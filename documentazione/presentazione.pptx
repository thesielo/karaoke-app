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F67D3-1956-166A-274B-3CAE2BB6E3D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932111" name=""/>
          <p:cNvSpPr txBox="1"/>
          <p:nvPr/>
        </p:nvSpPr>
        <p:spPr bwMode="auto">
          <a:xfrm flipH="0" flipV="0">
            <a:off x="786990" y="295922"/>
            <a:ext cx="677822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/>
              <a:t>Furigana Lyrics Maker</a:t>
            </a:r>
            <a:endParaRPr sz="2400" b="1"/>
          </a:p>
        </p:txBody>
      </p:sp>
      <p:sp>
        <p:nvSpPr>
          <p:cNvPr id="835468084" name=""/>
          <p:cNvSpPr txBox="1"/>
          <p:nvPr/>
        </p:nvSpPr>
        <p:spPr bwMode="auto">
          <a:xfrm flipH="0" flipV="0">
            <a:off x="694514" y="1035816"/>
            <a:ext cx="3090129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1600"/>
              <a:t>Quest’app permette di creare facilmente delle lyrics da “studiare”, alternando automaticamente le righe in lingua originale e quelle tradotte, partendo dai testi inseriti.</a:t>
            </a:r>
            <a:endParaRPr sz="1600"/>
          </a:p>
        </p:txBody>
      </p:sp>
      <p:pic>
        <p:nvPicPr>
          <p:cNvPr id="5473403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6072" y="1024071"/>
            <a:ext cx="2070553" cy="4601229"/>
          </a:xfrm>
          <a:prstGeom prst="rect">
            <a:avLst/>
          </a:prstGeom>
        </p:spPr>
      </p:pic>
      <p:pic>
        <p:nvPicPr>
          <p:cNvPr id="13340604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98154" y="1035816"/>
            <a:ext cx="2068860" cy="4597467"/>
          </a:xfrm>
          <a:prstGeom prst="rect">
            <a:avLst/>
          </a:prstGeom>
        </p:spPr>
      </p:pic>
      <p:pic>
        <p:nvPicPr>
          <p:cNvPr id="12843090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582704" y="1024071"/>
            <a:ext cx="2079430" cy="4620957"/>
          </a:xfrm>
          <a:prstGeom prst="rect">
            <a:avLst/>
          </a:prstGeom>
        </p:spPr>
      </p:pic>
      <p:sp>
        <p:nvSpPr>
          <p:cNvPr id="837852005" name=""/>
          <p:cNvSpPr txBox="1"/>
          <p:nvPr/>
        </p:nvSpPr>
        <p:spPr bwMode="auto">
          <a:xfrm flipH="0" flipV="0">
            <a:off x="694514" y="3043899"/>
            <a:ext cx="3182604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1600"/>
              <a:t>L’app consente la creazione di un account personale. I dati dell’utente sono sincronizzati nel cloud e persistono dopo la reinstallazione.</a:t>
            </a:r>
            <a:endParaRPr sz="1600"/>
          </a:p>
        </p:txBody>
      </p:sp>
      <p:sp>
        <p:nvSpPr>
          <p:cNvPr id="176125934" name=""/>
          <p:cNvSpPr txBox="1"/>
          <p:nvPr/>
        </p:nvSpPr>
        <p:spPr bwMode="auto">
          <a:xfrm flipH="0" flipV="0">
            <a:off x="694514" y="4632121"/>
            <a:ext cx="3485569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/>
              <a:t>E’ possibile aggiungere “furigana” sopra i kanji, e riprodurre un video YouTube sincronizzato con il testo (non implementati).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458853" name=""/>
          <p:cNvSpPr txBox="1"/>
          <p:nvPr/>
        </p:nvSpPr>
        <p:spPr bwMode="auto">
          <a:xfrm flipH="0" flipV="0">
            <a:off x="768494" y="203446"/>
            <a:ext cx="466077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701595537" name=""/>
          <p:cNvSpPr/>
          <p:nvPr/>
        </p:nvSpPr>
        <p:spPr bwMode="auto">
          <a:xfrm flipH="0" flipV="0">
            <a:off x="920514" y="6028400"/>
            <a:ext cx="1461116" cy="577973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Firebase Authentication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577854820" name=""/>
          <p:cNvSpPr/>
          <p:nvPr/>
        </p:nvSpPr>
        <p:spPr bwMode="auto">
          <a:xfrm flipH="0" flipV="0">
            <a:off x="3049491" y="6012217"/>
            <a:ext cx="2006722" cy="610339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Remote Data Source (Realtime </a:t>
            </a:r>
            <a:r>
              <a:rPr sz="1400"/>
              <a:t>Database)</a:t>
            </a:r>
            <a:endParaRPr/>
          </a:p>
        </p:txBody>
      </p:sp>
      <p:sp>
        <p:nvSpPr>
          <p:cNvPr id="512908441" name=""/>
          <p:cNvSpPr/>
          <p:nvPr/>
        </p:nvSpPr>
        <p:spPr bwMode="auto">
          <a:xfrm flipH="0" flipV="0">
            <a:off x="5180686" y="6012217"/>
            <a:ext cx="1535466" cy="610339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Local Data Source </a:t>
            </a:r>
            <a:r>
              <a:rPr sz="1400"/>
              <a:t>(Room)</a:t>
            </a:r>
            <a:endParaRPr sz="1400"/>
          </a:p>
        </p:txBody>
      </p:sp>
      <p:sp>
        <p:nvSpPr>
          <p:cNvPr id="1346109692" name=""/>
          <p:cNvSpPr/>
          <p:nvPr/>
        </p:nvSpPr>
        <p:spPr bwMode="auto">
          <a:xfrm flipH="0" flipV="0">
            <a:off x="7660894" y="5996033"/>
            <a:ext cx="1304278" cy="610339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Furigana Api</a:t>
            </a:r>
            <a:br>
              <a:rPr sz="1400"/>
            </a:br>
            <a:r>
              <a:rPr sz="1400"/>
              <a:t>(Retrofit)</a:t>
            </a:r>
            <a:endParaRPr/>
          </a:p>
        </p:txBody>
      </p:sp>
      <p:sp>
        <p:nvSpPr>
          <p:cNvPr id="1696044658" name=""/>
          <p:cNvSpPr/>
          <p:nvPr/>
        </p:nvSpPr>
        <p:spPr bwMode="auto">
          <a:xfrm flipH="0" flipV="0">
            <a:off x="920514" y="4561457"/>
            <a:ext cx="1377888" cy="59665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Authentication</a:t>
            </a:r>
            <a:endParaRPr sz="1400"/>
          </a:p>
          <a:p>
            <a:pPr algn="ctr">
              <a:defRPr/>
            </a:pPr>
            <a:r>
              <a:rPr sz="1400"/>
              <a:t>Repository</a:t>
            </a:r>
            <a:endParaRPr/>
          </a:p>
        </p:txBody>
      </p:sp>
      <p:sp>
        <p:nvSpPr>
          <p:cNvPr id="207734037" name=""/>
          <p:cNvSpPr/>
          <p:nvPr/>
        </p:nvSpPr>
        <p:spPr bwMode="auto">
          <a:xfrm flipH="0" flipV="0">
            <a:off x="7697885" y="4568300"/>
            <a:ext cx="1230297" cy="60590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Furigana</a:t>
            </a:r>
            <a:endParaRPr sz="1400"/>
          </a:p>
          <a:p>
            <a:pPr algn="ctr">
              <a:defRPr/>
            </a:pPr>
            <a:r>
              <a:rPr sz="1400"/>
              <a:t>Repository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938668397" name=""/>
          <p:cNvSpPr/>
          <p:nvPr/>
        </p:nvSpPr>
        <p:spPr bwMode="auto">
          <a:xfrm flipH="0" flipV="0">
            <a:off x="4198224" y="4561457"/>
            <a:ext cx="1537686" cy="61274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Songs Repository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37068459" name=""/>
          <p:cNvSpPr/>
          <p:nvPr/>
        </p:nvSpPr>
        <p:spPr bwMode="auto">
          <a:xfrm flipH="0" flipV="0">
            <a:off x="10007373" y="4568300"/>
            <a:ext cx="1230296" cy="60590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Preferences Repository</a:t>
            </a:r>
            <a:endParaRPr sz="1400"/>
          </a:p>
          <a:p>
            <a:pPr>
              <a:defRPr/>
            </a:pPr>
            <a:endParaRPr/>
          </a:p>
        </p:txBody>
      </p:sp>
      <p:sp>
        <p:nvSpPr>
          <p:cNvPr id="819137924" name=""/>
          <p:cNvSpPr/>
          <p:nvPr/>
        </p:nvSpPr>
        <p:spPr bwMode="auto">
          <a:xfrm flipH="0" flipV="0">
            <a:off x="9940236" y="5996033"/>
            <a:ext cx="1364573" cy="547826"/>
          </a:xfrm>
          <a:prstGeom prst="flowChartAlternateProces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Preferences DataStore</a:t>
            </a:r>
            <a:endParaRPr sz="1400"/>
          </a:p>
          <a:p>
            <a:pPr>
              <a:defRPr/>
            </a:pPr>
            <a:endParaRPr/>
          </a:p>
        </p:txBody>
      </p:sp>
      <p:sp>
        <p:nvSpPr>
          <p:cNvPr id="1799236644" name=""/>
          <p:cNvSpPr/>
          <p:nvPr/>
        </p:nvSpPr>
        <p:spPr bwMode="auto">
          <a:xfrm flipH="0" flipV="0">
            <a:off x="8531646" y="1413120"/>
            <a:ext cx="2288959" cy="417898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NewSongActivity</a:t>
            </a:r>
            <a:endParaRPr sz="1400"/>
          </a:p>
          <a:p>
            <a:pPr algn="ctr">
              <a:defRPr/>
            </a:pPr>
            <a:endParaRPr/>
          </a:p>
        </p:txBody>
      </p:sp>
      <p:sp>
        <p:nvSpPr>
          <p:cNvPr id="940587962" name=""/>
          <p:cNvSpPr/>
          <p:nvPr/>
        </p:nvSpPr>
        <p:spPr bwMode="auto">
          <a:xfrm flipH="0" flipV="0">
            <a:off x="4491546" y="1413120"/>
            <a:ext cx="2667021" cy="417898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MainActivity</a:t>
            </a:r>
            <a:endParaRPr sz="1400"/>
          </a:p>
        </p:txBody>
      </p:sp>
      <p:sp>
        <p:nvSpPr>
          <p:cNvPr id="920442401" name=""/>
          <p:cNvSpPr/>
          <p:nvPr/>
        </p:nvSpPr>
        <p:spPr bwMode="auto">
          <a:xfrm flipH="0" flipV="0">
            <a:off x="939575" y="1413120"/>
            <a:ext cx="2593944" cy="417898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AuthenticationActivity</a:t>
            </a:r>
            <a:endParaRPr sz="1400"/>
          </a:p>
        </p:txBody>
      </p:sp>
      <p:sp>
        <p:nvSpPr>
          <p:cNvPr id="1323469104" name=""/>
          <p:cNvSpPr/>
          <p:nvPr/>
        </p:nvSpPr>
        <p:spPr bwMode="auto">
          <a:xfrm flipH="0" flipV="0">
            <a:off x="794204" y="2636251"/>
            <a:ext cx="2903182" cy="417898"/>
          </a:xfrm>
          <a:prstGeom prst="flowChartAlternateProcess">
            <a:avLst/>
          </a:prstGeom>
          <a:solidFill>
            <a:srgbClr val="994E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AuthenticationActivity</a:t>
            </a:r>
            <a:r>
              <a:rPr sz="1400"/>
              <a:t>ViewModel</a:t>
            </a:r>
            <a:endParaRPr sz="1400"/>
          </a:p>
        </p:txBody>
      </p:sp>
      <p:sp>
        <p:nvSpPr>
          <p:cNvPr id="803577443" name=""/>
          <p:cNvSpPr/>
          <p:nvPr/>
        </p:nvSpPr>
        <p:spPr bwMode="auto">
          <a:xfrm flipH="0" flipV="0">
            <a:off x="4491546" y="2636251"/>
            <a:ext cx="2667020" cy="417898"/>
          </a:xfrm>
          <a:prstGeom prst="flowChartAlternateProcess">
            <a:avLst/>
          </a:prstGeom>
          <a:solidFill>
            <a:srgbClr val="994E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MainActivity</a:t>
            </a:r>
            <a:r>
              <a:rPr sz="1400"/>
              <a:t>ViewModel</a:t>
            </a:r>
            <a:endParaRPr sz="1400"/>
          </a:p>
        </p:txBody>
      </p:sp>
      <p:sp>
        <p:nvSpPr>
          <p:cNvPr id="619751950" name=""/>
          <p:cNvSpPr/>
          <p:nvPr/>
        </p:nvSpPr>
        <p:spPr bwMode="auto">
          <a:xfrm flipH="0" flipV="0">
            <a:off x="8261248" y="2636251"/>
            <a:ext cx="2829756" cy="417898"/>
          </a:xfrm>
          <a:prstGeom prst="flowChartAlternateProcess">
            <a:avLst/>
          </a:prstGeom>
          <a:solidFill>
            <a:srgbClr val="994E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r>
              <a:rPr sz="1400"/>
              <a:t>NewSongActivity</a:t>
            </a:r>
            <a:r>
              <a:rPr sz="1400"/>
              <a:t>ViewModel</a:t>
            </a:r>
            <a:endParaRPr sz="1400"/>
          </a:p>
          <a:p>
            <a:pPr algn="ctr">
              <a:defRPr/>
            </a:pPr>
            <a:endParaRPr/>
          </a:p>
        </p:txBody>
      </p:sp>
      <p:cxnSp>
        <p:nvCxnSpPr>
          <p:cNvPr id="0" name=""/>
          <p:cNvCxnSpPr>
            <a:cxnSpLocks/>
          </p:cNvCxnSpPr>
          <p:nvPr/>
        </p:nvCxnSpPr>
        <p:spPr bwMode="auto">
          <a:xfrm flipH="1" flipV="0">
            <a:off x="1674757" y="194199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573127" name=""/>
          <p:cNvCxnSpPr>
            <a:cxnSpLocks/>
          </p:cNvCxnSpPr>
          <p:nvPr/>
        </p:nvCxnSpPr>
        <p:spPr bwMode="auto">
          <a:xfrm flipH="1" flipV="1">
            <a:off x="2548467" y="194199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867379" name=""/>
          <p:cNvCxnSpPr>
            <a:cxnSpLocks/>
          </p:cNvCxnSpPr>
          <p:nvPr/>
        </p:nvCxnSpPr>
        <p:spPr bwMode="auto">
          <a:xfrm flipH="1" flipV="0">
            <a:off x="5371196" y="194199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8954104" name=""/>
          <p:cNvCxnSpPr>
            <a:cxnSpLocks/>
          </p:cNvCxnSpPr>
          <p:nvPr/>
        </p:nvCxnSpPr>
        <p:spPr bwMode="auto">
          <a:xfrm flipH="1" flipV="1">
            <a:off x="6244906" y="194199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116271" name=""/>
          <p:cNvCxnSpPr>
            <a:cxnSpLocks/>
          </p:cNvCxnSpPr>
          <p:nvPr/>
        </p:nvCxnSpPr>
        <p:spPr bwMode="auto">
          <a:xfrm flipH="1" flipV="0">
            <a:off x="9222810" y="194199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312549" name=""/>
          <p:cNvCxnSpPr>
            <a:cxnSpLocks/>
          </p:cNvCxnSpPr>
          <p:nvPr/>
        </p:nvCxnSpPr>
        <p:spPr bwMode="auto">
          <a:xfrm flipH="1" flipV="1">
            <a:off x="10096521" y="194199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941614" name=""/>
          <p:cNvCxnSpPr>
            <a:cxnSpLocks/>
          </p:cNvCxnSpPr>
          <p:nvPr/>
        </p:nvCxnSpPr>
        <p:spPr bwMode="auto">
          <a:xfrm flipH="1" flipV="0">
            <a:off x="1244745" y="3222593"/>
            <a:ext cx="0" cy="116075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8329976" name=""/>
          <p:cNvCxnSpPr>
            <a:cxnSpLocks/>
          </p:cNvCxnSpPr>
          <p:nvPr/>
        </p:nvCxnSpPr>
        <p:spPr bwMode="auto">
          <a:xfrm flipH="1" flipV="1">
            <a:off x="1544920" y="3222593"/>
            <a:ext cx="0" cy="116075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715703" name=""/>
          <p:cNvCxnSpPr>
            <a:cxnSpLocks/>
          </p:cNvCxnSpPr>
          <p:nvPr/>
        </p:nvCxnSpPr>
        <p:spPr bwMode="auto">
          <a:xfrm flipH="1" flipV="0">
            <a:off x="1392891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865568" name=""/>
          <p:cNvCxnSpPr>
            <a:cxnSpLocks/>
          </p:cNvCxnSpPr>
          <p:nvPr/>
        </p:nvCxnSpPr>
        <p:spPr bwMode="auto">
          <a:xfrm flipH="1" flipV="1">
            <a:off x="1674757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75189" name=""/>
          <p:cNvCxnSpPr>
            <a:cxnSpLocks/>
          </p:cNvCxnSpPr>
          <p:nvPr/>
        </p:nvCxnSpPr>
        <p:spPr bwMode="auto">
          <a:xfrm flipH="1" flipV="0">
            <a:off x="4356552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107952" name=""/>
          <p:cNvCxnSpPr>
            <a:cxnSpLocks/>
          </p:cNvCxnSpPr>
          <p:nvPr/>
        </p:nvCxnSpPr>
        <p:spPr bwMode="auto">
          <a:xfrm flipH="1" flipV="1">
            <a:off x="4638418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5679740" name=""/>
          <p:cNvCxnSpPr>
            <a:cxnSpLocks/>
          </p:cNvCxnSpPr>
          <p:nvPr/>
        </p:nvCxnSpPr>
        <p:spPr bwMode="auto">
          <a:xfrm flipH="1" flipV="0">
            <a:off x="5318300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19496" name=""/>
          <p:cNvCxnSpPr>
            <a:cxnSpLocks/>
          </p:cNvCxnSpPr>
          <p:nvPr/>
        </p:nvCxnSpPr>
        <p:spPr bwMode="auto">
          <a:xfrm flipH="1" flipV="1">
            <a:off x="5600166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041554" name=""/>
          <p:cNvCxnSpPr>
            <a:cxnSpLocks/>
          </p:cNvCxnSpPr>
          <p:nvPr/>
        </p:nvCxnSpPr>
        <p:spPr bwMode="auto">
          <a:xfrm flipH="1" flipV="0">
            <a:off x="8157305" y="523958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725265" name=""/>
          <p:cNvCxnSpPr>
            <a:cxnSpLocks/>
          </p:cNvCxnSpPr>
          <p:nvPr/>
        </p:nvCxnSpPr>
        <p:spPr bwMode="auto">
          <a:xfrm flipH="1" flipV="1">
            <a:off x="8439171" y="5239580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1345037" name=""/>
          <p:cNvCxnSpPr>
            <a:cxnSpLocks/>
          </p:cNvCxnSpPr>
          <p:nvPr/>
        </p:nvCxnSpPr>
        <p:spPr bwMode="auto">
          <a:xfrm flipH="1" flipV="0">
            <a:off x="10538741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7031619" name=""/>
          <p:cNvCxnSpPr>
            <a:cxnSpLocks/>
          </p:cNvCxnSpPr>
          <p:nvPr/>
        </p:nvCxnSpPr>
        <p:spPr bwMode="auto">
          <a:xfrm flipH="1" flipV="1">
            <a:off x="10820607" y="5302094"/>
            <a:ext cx="0" cy="601092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4973402" name=""/>
          <p:cNvCxnSpPr>
            <a:cxnSpLocks/>
          </p:cNvCxnSpPr>
          <p:nvPr/>
        </p:nvCxnSpPr>
        <p:spPr bwMode="auto">
          <a:xfrm flipH="1" flipV="0">
            <a:off x="5018125" y="3222593"/>
            <a:ext cx="0" cy="1160754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3404784" name=""/>
          <p:cNvCxnSpPr>
            <a:cxnSpLocks/>
          </p:cNvCxnSpPr>
          <p:nvPr/>
        </p:nvCxnSpPr>
        <p:spPr bwMode="auto">
          <a:xfrm flipH="1" flipV="1">
            <a:off x="5318300" y="3222593"/>
            <a:ext cx="0" cy="1160754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1" flipV="0">
            <a:off x="5891650" y="3088689"/>
            <a:ext cx="2284150" cy="1516601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1" flipV="1">
            <a:off x="7121577" y="3273640"/>
            <a:ext cx="545606" cy="1239174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0" flipV="0">
            <a:off x="7239944" y="3088689"/>
            <a:ext cx="2700291" cy="1479611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0" name=""/>
          <p:cNvCxnSpPr>
            <a:cxnSpLocks/>
          </p:cNvCxnSpPr>
          <p:nvPr/>
        </p:nvCxnSpPr>
        <p:spPr bwMode="auto">
          <a:xfrm flipH="1" flipV="1">
            <a:off x="7288033" y="2977718"/>
            <a:ext cx="2652202" cy="14703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521502" name=""/>
          <p:cNvSpPr txBox="1"/>
          <p:nvPr/>
        </p:nvSpPr>
        <p:spPr bwMode="auto">
          <a:xfrm flipH="0" flipV="0">
            <a:off x="920514" y="268179"/>
            <a:ext cx="552523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1"/>
              <a:t>Struttura dell’applicazione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ONLYOFFICE/7.5.1.23</Application>
  <DocSecurity>0</DocSecurity>
  <PresentationFormat>Widescreen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6</cp:revision>
  <dcterms:modified xsi:type="dcterms:W3CDTF">2024-02-05T22:10:35Z</dcterms:modified>
  <cp:category/>
  <cp:contentStatus/>
  <cp:version/>
</cp:coreProperties>
</file>